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82" r:id="rId3"/>
    <p:sldId id="283" r:id="rId4"/>
    <p:sldId id="284" r:id="rId5"/>
    <p:sldId id="285" r:id="rId6"/>
    <p:sldId id="28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6759871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066" y="2240617"/>
            <a:ext cx="11720195" cy="6609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733" y="1028700"/>
            <a:ext cx="1413453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195" dirty="0"/>
              <a:t>Introduction of Jupyter</a:t>
            </a:r>
            <a:endParaRPr lang="en-US" sz="7200" spc="-195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8BE51-A510-F3E0-156D-5CF3F8D44FEB}"/>
              </a:ext>
            </a:extLst>
          </p:cNvPr>
          <p:cNvSpPr txBox="1"/>
          <p:nvPr/>
        </p:nvSpPr>
        <p:spPr>
          <a:xfrm>
            <a:off x="12801600" y="9029700"/>
            <a:ext cx="5181600" cy="102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Sushil Shrestha</a:t>
            </a:r>
            <a:endParaRPr lang="en-US" sz="6000" dirty="0">
              <a:effectLst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DD07BE-8C16-31B8-A041-225EE9C74895}"/>
              </a:ext>
            </a:extLst>
          </p:cNvPr>
          <p:cNvGrpSpPr/>
          <p:nvPr/>
        </p:nvGrpSpPr>
        <p:grpSpPr>
          <a:xfrm>
            <a:off x="6096000" y="2503510"/>
            <a:ext cx="6705600" cy="6172200"/>
            <a:chOff x="6363602" y="1700893"/>
            <a:chExt cx="6304648" cy="6304648"/>
          </a:xfrm>
        </p:grpSpPr>
        <p:pic>
          <p:nvPicPr>
            <p:cNvPr id="10" name="Picture 9" descr="Off white background Images - Free Download on Magnific ...">
              <a:extLst>
                <a:ext uri="{FF2B5EF4-FFF2-40B4-BE49-F238E27FC236}">
                  <a16:creationId xmlns:a16="http://schemas.microsoft.com/office/drawing/2014/main" id="{D35E7EC5-BB74-50B6-4AA0-6A12376F0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3602" y="1700893"/>
              <a:ext cx="6304648" cy="6304648"/>
            </a:xfrm>
            <a:prstGeom prst="rect">
              <a:avLst/>
            </a:prstGeom>
          </p:spPr>
        </p:pic>
        <p:pic>
          <p:nvPicPr>
            <p:cNvPr id="9" name="Picture 8" descr="Project Jupyter - Wikipedia">
              <a:extLst>
                <a:ext uri="{FF2B5EF4-FFF2-40B4-BE49-F238E27FC236}">
                  <a16:creationId xmlns:a16="http://schemas.microsoft.com/office/drawing/2014/main" id="{2D1B0CC2-E22B-422D-9629-2572A8132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7652" y="1728107"/>
              <a:ext cx="5056547" cy="586243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03D7-5924-A63B-CE30-D8C9E89A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E194F39-CA8A-33E0-5251-F7A51DEA1FD5}"/>
              </a:ext>
            </a:extLst>
          </p:cNvPr>
          <p:cNvGrpSpPr/>
          <p:nvPr/>
        </p:nvGrpSpPr>
        <p:grpSpPr>
          <a:xfrm>
            <a:off x="1905000" y="1333500"/>
            <a:ext cx="15087600" cy="7620000"/>
            <a:chOff x="5276143" y="2552700"/>
            <a:chExt cx="9163050" cy="5181600"/>
          </a:xfrm>
        </p:grpSpPr>
        <p:pic>
          <p:nvPicPr>
            <p:cNvPr id="6" name="Picture 5" descr="Off white background Images - Free Download on Magnific ...">
              <a:extLst>
                <a:ext uri="{FF2B5EF4-FFF2-40B4-BE49-F238E27FC236}">
                  <a16:creationId xmlns:a16="http://schemas.microsoft.com/office/drawing/2014/main" id="{D65985DF-EF49-DCA5-B45C-CFFDED331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76143" y="2552700"/>
              <a:ext cx="9163050" cy="51816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A581AB-002B-5888-6FD6-A8A41880D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0200" y="2552700"/>
              <a:ext cx="9028993" cy="4743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448350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AF08-10A6-0AE7-A645-ADD07100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 Ways to Install Jupyter Notebook on Windows Easily - MiniTool Partition  Wizard">
            <a:extLst>
              <a:ext uri="{FF2B5EF4-FFF2-40B4-BE49-F238E27FC236}">
                <a16:creationId xmlns:a16="http://schemas.microsoft.com/office/drawing/2014/main" id="{1E840477-76C6-B7E6-9200-2A5E2B914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99816"/>
            <a:ext cx="11963400" cy="94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7573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3958-03BB-BB49-E5CC-33DF2C71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87E863-069F-609F-7D28-708846D4E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095"/>
          <a:stretch>
            <a:fillRect/>
          </a:stretch>
        </p:blipFill>
        <p:spPr>
          <a:xfrm>
            <a:off x="2417018" y="2095500"/>
            <a:ext cx="14649871" cy="746760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35B419F9-9C46-DDAE-993A-13BFF29DCB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6732" y="723900"/>
            <a:ext cx="1413453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195" dirty="0"/>
              <a:t>Installing Jupyter on Your Device</a:t>
            </a:r>
            <a:endParaRPr lang="en-US" sz="7200" spc="-195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9174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0BEE-563D-46AB-67C5-41F10FAA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484B1F-B9E9-8CC9-A3FD-9BEC2513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04910"/>
            <a:ext cx="14997708" cy="751059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B7A863E4-66CE-83D3-2D6F-1C4A8AE5D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6733" y="723900"/>
            <a:ext cx="1413453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195" dirty="0"/>
              <a:t>Run Jupyter Notebook</a:t>
            </a:r>
            <a:endParaRPr lang="en-US" sz="7200" spc="-195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65425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7930-49A3-A479-1A02-DD68E0BB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83AC0-30A5-8B95-E106-0EB757086833}"/>
              </a:ext>
            </a:extLst>
          </p:cNvPr>
          <p:cNvSpPr txBox="1"/>
          <p:nvPr/>
        </p:nvSpPr>
        <p:spPr>
          <a:xfrm>
            <a:off x="2095500" y="3696950"/>
            <a:ext cx="1409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6"/>
                </a:solidFill>
                <a:latin typeface="+mn-lt"/>
              </a:rPr>
              <a:t>Thank You So Much </a:t>
            </a:r>
          </a:p>
        </p:txBody>
      </p:sp>
    </p:spTree>
    <p:extLst>
      <p:ext uri="{BB962C8B-B14F-4D97-AF65-F5344CB8AC3E}">
        <p14:creationId xmlns:p14="http://schemas.microsoft.com/office/powerpoint/2010/main" val="31056182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17</Words>
  <Application>Microsoft Office PowerPoint</Application>
  <PresentationFormat>Custom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Trebuchet MS</vt:lpstr>
      <vt:lpstr>Office Theme</vt:lpstr>
      <vt:lpstr>Introduction of Jupyter</vt:lpstr>
      <vt:lpstr>PowerPoint Presentation</vt:lpstr>
      <vt:lpstr>PowerPoint Presentation</vt:lpstr>
      <vt:lpstr>Installing Jupyter on Your Device</vt:lpstr>
      <vt:lpstr>Run Jupyter Notebook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Python2</dc:title>
  <dc:creator>Rahul Neha</dc:creator>
  <cp:keywords>DAF6soN5_zo,BAEHDsZUYOI</cp:keywords>
  <cp:lastModifiedBy>Sushil Shrestha</cp:lastModifiedBy>
  <cp:revision>10</cp:revision>
  <dcterms:created xsi:type="dcterms:W3CDTF">2025-07-28T02:32:17Z</dcterms:created>
  <dcterms:modified xsi:type="dcterms:W3CDTF">2026-07-18T14:30:31Z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Canva</vt:lpwstr>
  </property>
  <property fmtid="{D5CDD505-2E9C-101B-9397-08002B2CF9AE}" pid="4" name="LastSaved">
    <vt:filetime>2025-07-28T00:00:00Z</vt:filetime>
  </property>
  <property fmtid="{D5CDD505-2E9C-101B-9397-08002B2CF9AE}" pid="5" name="Producer">
    <vt:lpwstr>Canva</vt:lpwstr>
  </property>
</Properties>
</file>