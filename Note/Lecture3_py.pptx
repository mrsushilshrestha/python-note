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  <p:sldId id="262" r:id="rId3"/>
    <p:sldId id="278" r:id="rId4"/>
    <p:sldId id="279" r:id="rId5"/>
    <p:sldId id="264" r:id="rId6"/>
    <p:sldId id="268" r:id="rId7"/>
    <p:sldId id="270" r:id="rId8"/>
    <p:sldId id="271" r:id="rId9"/>
    <p:sldId id="272" r:id="rId10"/>
    <p:sldId id="273" r:id="rId11"/>
    <p:sldId id="276" r:id="rId12"/>
    <p:sldId id="277" r:id="rId13"/>
    <p:sldId id="274" r:id="rId14"/>
    <p:sldId id="275" r:id="rId15"/>
    <p:sldId id="280" r:id="rId16"/>
    <p:sldId id="281" r:id="rId1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A2D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66" y="995042"/>
            <a:ext cx="6759871" cy="8483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3066" y="2240617"/>
            <a:ext cx="11720195" cy="66094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6733" y="2914685"/>
            <a:ext cx="14134534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algn="ctr">
              <a:lnSpc>
                <a:spcPct val="100000"/>
              </a:lnSpc>
              <a:spcBef>
                <a:spcPts val="100"/>
              </a:spcBef>
            </a:pPr>
            <a:r>
              <a:rPr lang="en-US" sz="7200" spc="-195" dirty="0"/>
              <a:t>Lecture -3 </a:t>
            </a:r>
            <a:br>
              <a:rPr lang="en-US" sz="7200" spc="-195" dirty="0"/>
            </a:br>
            <a:r>
              <a:rPr lang="en-US" sz="7200" spc="-195" dirty="0"/>
              <a:t> Control Statement</a:t>
            </a:r>
            <a:br>
              <a:rPr lang="en-US" sz="7200" spc="-195" dirty="0"/>
            </a:br>
            <a:r>
              <a:rPr lang="en-US" sz="7200" spc="-195" dirty="0">
                <a:solidFill>
                  <a:srgbClr val="00B050"/>
                </a:solidFill>
              </a:rPr>
              <a:t>(if ,elif,else)</a:t>
            </a:r>
            <a:endParaRPr sz="7200" spc="-195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98BE51-A510-F3E0-156D-5CF3F8D44FEB}"/>
              </a:ext>
            </a:extLst>
          </p:cNvPr>
          <p:cNvSpPr txBox="1"/>
          <p:nvPr/>
        </p:nvSpPr>
        <p:spPr>
          <a:xfrm>
            <a:off x="12801600" y="9029700"/>
            <a:ext cx="5181600" cy="102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6000" b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Sushil Shrestha</a:t>
            </a:r>
            <a:endParaRPr lang="en-US" sz="6000" dirty="0">
              <a:effectLst/>
            </a:endParaRPr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0"/>
              </a:spcBef>
            </a:pPr>
            <a:r>
              <a:rPr u="sng" spc="-204" dirty="0">
                <a:uFill>
                  <a:solidFill>
                    <a:srgbClr val="FFFFFF"/>
                  </a:solidFill>
                </a:uFill>
              </a:rPr>
              <a:t>Conditional</a:t>
            </a:r>
            <a:r>
              <a:rPr u="sng" spc="-305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u="sng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2138735"/>
            <a:ext cx="3485515" cy="5452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45" dirty="0">
                <a:solidFill>
                  <a:srgbClr val="3BE2EC"/>
                </a:solidFill>
                <a:latin typeface="Trebuchet MS"/>
                <a:cs typeface="Trebuchet MS"/>
              </a:rPr>
              <a:t>if-</a:t>
            </a:r>
            <a:r>
              <a:rPr sz="3200" spc="-105" dirty="0">
                <a:solidFill>
                  <a:srgbClr val="3BE2EC"/>
                </a:solidFill>
                <a:latin typeface="Trebuchet MS"/>
                <a:cs typeface="Trebuchet MS"/>
              </a:rPr>
              <a:t>elif-</a:t>
            </a:r>
            <a:r>
              <a:rPr sz="3200" spc="-125" dirty="0">
                <a:solidFill>
                  <a:srgbClr val="3BE2EC"/>
                </a:solidFill>
                <a:latin typeface="Trebuchet MS"/>
                <a:cs typeface="Trebuchet MS"/>
              </a:rPr>
              <a:t>else</a:t>
            </a:r>
            <a:r>
              <a:rPr sz="3200" spc="-100" dirty="0">
                <a:solidFill>
                  <a:srgbClr val="3BE2EC"/>
                </a:solidFill>
                <a:latin typeface="Trebuchet MS"/>
                <a:cs typeface="Trebuchet MS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rebuchet MS"/>
                <a:cs typeface="Trebuchet MS"/>
              </a:rPr>
              <a:t>(SYNTAX)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204"/>
              </a:spcBef>
            </a:pPr>
            <a:endParaRPr sz="3200">
              <a:latin typeface="Trebuchet MS"/>
              <a:cs typeface="Trebuchet MS"/>
            </a:endParaRPr>
          </a:p>
          <a:p>
            <a:pPr marL="379730">
              <a:lnSpc>
                <a:spcPct val="100000"/>
              </a:lnSpc>
            </a:pPr>
            <a:r>
              <a:rPr sz="3200" dirty="0">
                <a:solidFill>
                  <a:srgbClr val="FFA511"/>
                </a:solidFill>
                <a:latin typeface="Trebuchet MS"/>
                <a:cs typeface="Trebuchet MS"/>
              </a:rPr>
              <a:t>if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(condition)</a:t>
            </a:r>
            <a:r>
              <a:rPr sz="3200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509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endParaRPr sz="3200">
              <a:latin typeface="Trebuchet MS"/>
              <a:cs typeface="Trebuchet MS"/>
            </a:endParaRPr>
          </a:p>
          <a:p>
            <a:pPr marL="379730" marR="146050" indent="749300">
              <a:lnSpc>
                <a:spcPct val="146500"/>
              </a:lnSpc>
            </a:pPr>
            <a:r>
              <a:rPr sz="3200" spc="45" dirty="0">
                <a:solidFill>
                  <a:srgbClr val="FFFFFF"/>
                </a:solidFill>
                <a:latin typeface="Trebuchet MS"/>
                <a:cs typeface="Trebuchet MS"/>
              </a:rPr>
              <a:t>Statement1 </a:t>
            </a:r>
            <a:r>
              <a:rPr sz="3200" spc="-10" dirty="0">
                <a:solidFill>
                  <a:srgbClr val="FFA511"/>
                </a:solidFill>
                <a:latin typeface="Trebuchet MS"/>
                <a:cs typeface="Trebuchet MS"/>
              </a:rPr>
              <a:t>elif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(condition):</a:t>
            </a:r>
            <a:endParaRPr sz="3200">
              <a:latin typeface="Trebuchet MS"/>
              <a:cs typeface="Trebuchet MS"/>
            </a:endParaRPr>
          </a:p>
          <a:p>
            <a:pPr marL="379730" marR="69215" indent="749300">
              <a:lnSpc>
                <a:spcPct val="146500"/>
              </a:lnSpc>
            </a:pPr>
            <a:r>
              <a:rPr sz="3200" spc="105" dirty="0">
                <a:solidFill>
                  <a:srgbClr val="FFFFFF"/>
                </a:solidFill>
                <a:latin typeface="Trebuchet MS"/>
                <a:cs typeface="Trebuchet MS"/>
              </a:rPr>
              <a:t>Statement2 </a:t>
            </a:r>
            <a:r>
              <a:rPr sz="3200" spc="-10" dirty="0">
                <a:solidFill>
                  <a:srgbClr val="FFA511"/>
                </a:solidFill>
                <a:latin typeface="Trebuchet MS"/>
                <a:cs typeface="Trebuchet MS"/>
              </a:rPr>
              <a:t>else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endParaRPr sz="3200">
              <a:latin typeface="Trebuchet MS"/>
              <a:cs typeface="Trebuchet MS"/>
            </a:endParaRPr>
          </a:p>
          <a:p>
            <a:pPr marL="1129030">
              <a:lnSpc>
                <a:spcPct val="100000"/>
              </a:lnSpc>
              <a:spcBef>
                <a:spcPts val="1785"/>
              </a:spcBef>
            </a:pPr>
            <a:r>
              <a:rPr sz="3200" spc="120" dirty="0">
                <a:solidFill>
                  <a:srgbClr val="FFFFFF"/>
                </a:solidFill>
                <a:latin typeface="Trebuchet MS"/>
                <a:cs typeface="Trebuchet MS"/>
              </a:rPr>
              <a:t>StatementN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4E312-1B50-5617-21CE-7C054BE06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A2D40F3-12C1-7DF1-2F33-7C4DE18F73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D5074AC-2B08-FC11-99CD-407ED1BB9840}"/>
              </a:ext>
            </a:extLst>
          </p:cNvPr>
          <p:cNvSpPr/>
          <p:nvPr/>
        </p:nvSpPr>
        <p:spPr>
          <a:xfrm>
            <a:off x="989579" y="1844185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EAF716-E8AD-45A0-56EA-70FF6A67A99A}"/>
              </a:ext>
            </a:extLst>
          </p:cNvPr>
          <p:cNvSpPr txBox="1"/>
          <p:nvPr/>
        </p:nvSpPr>
        <p:spPr>
          <a:xfrm>
            <a:off x="934374" y="2400300"/>
            <a:ext cx="152962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75" dirty="0">
                <a:solidFill>
                  <a:srgbClr val="FFFFFF"/>
                </a:solidFill>
                <a:latin typeface="Trebuchet MS"/>
                <a:cs typeface="Trebuchet MS"/>
              </a:rPr>
              <a:t>WAP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0" dirty="0">
                <a:solidFill>
                  <a:srgbClr val="FFFFFF"/>
                </a:solidFill>
                <a:latin typeface="Trebuchet MS"/>
                <a:cs typeface="Trebuchet MS"/>
              </a:rPr>
              <a:t>check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00" dirty="0">
                <a:solidFill>
                  <a:srgbClr val="FFFFFF"/>
                </a:solidFill>
                <a:latin typeface="Trebuchet MS"/>
                <a:cs typeface="Trebuchet MS"/>
              </a:rPr>
              <a:t>if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9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35" dirty="0">
                <a:solidFill>
                  <a:srgbClr val="FFFFFF"/>
                </a:solidFill>
                <a:latin typeface="Trebuchet MS"/>
                <a:cs typeface="Trebuchet MS"/>
              </a:rPr>
              <a:t>number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5" dirty="0">
                <a:solidFill>
                  <a:srgbClr val="FFFFFF"/>
                </a:solidFill>
                <a:latin typeface="Trebuchet MS"/>
                <a:cs typeface="Trebuchet MS"/>
              </a:rPr>
              <a:t>entered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20" dirty="0">
                <a:solidFill>
                  <a:srgbClr val="FFFFFF"/>
                </a:solidFill>
                <a:latin typeface="Trebuchet MS"/>
                <a:cs typeface="Trebuchet MS"/>
              </a:rPr>
              <a:t>user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odd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65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10" dirty="0">
                <a:solidFill>
                  <a:srgbClr val="FFFFFF"/>
                </a:solidFill>
                <a:latin typeface="Trebuchet MS"/>
                <a:cs typeface="Trebuchet MS"/>
              </a:rPr>
              <a:t>even.</a:t>
            </a:r>
            <a:endParaRPr lang="en-US" sz="4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214398075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CB143-C4B6-9A38-5E36-F68322D99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A2CD79C-54B4-D6FB-DF53-48E9A7AE8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3" t="7549" r="5416" b="8653"/>
          <a:stretch>
            <a:fillRect/>
          </a:stretch>
        </p:blipFill>
        <p:spPr>
          <a:xfrm>
            <a:off x="1181100" y="118782"/>
            <a:ext cx="15925800" cy="1004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99362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/>
          <p:cNvSpPr/>
          <p:nvPr/>
        </p:nvSpPr>
        <p:spPr>
          <a:xfrm>
            <a:off x="989579" y="1844185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E21F9-B7B3-C34A-5A79-44F434AA1A4D}"/>
              </a:ext>
            </a:extLst>
          </p:cNvPr>
          <p:cNvSpPr txBox="1"/>
          <p:nvPr/>
        </p:nvSpPr>
        <p:spPr>
          <a:xfrm>
            <a:off x="934374" y="2400300"/>
            <a:ext cx="1529622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500" spc="-175" dirty="0">
                <a:solidFill>
                  <a:schemeClr val="bg1"/>
                </a:solidFill>
                <a:latin typeface="Trebuchet MS"/>
                <a:cs typeface="Trebuchet MS"/>
              </a:rPr>
              <a:t>WAP</a:t>
            </a:r>
            <a:r>
              <a:rPr lang="en-US" sz="4500" spc="-16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4500" spc="-150" dirty="0">
                <a:solidFill>
                  <a:schemeClr val="bg1"/>
                </a:solidFill>
                <a:latin typeface="Trebuchet MS"/>
                <a:cs typeface="Trebuchet MS"/>
              </a:rPr>
              <a:t>to</a:t>
            </a:r>
            <a:r>
              <a:rPr lang="en-US" sz="4500" spc="-16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4500" spc="-140" dirty="0">
                <a:solidFill>
                  <a:schemeClr val="bg1"/>
                </a:solidFill>
                <a:latin typeface="Trebuchet MS"/>
                <a:cs typeface="Trebuchet MS"/>
              </a:rPr>
              <a:t>check User Can </a:t>
            </a:r>
            <a:r>
              <a:rPr lang="en-US" sz="4500" dirty="0">
                <a:solidFill>
                  <a:schemeClr val="bg1"/>
                </a:solidFill>
              </a:rPr>
              <a:t>eligible for vote or Not</a:t>
            </a:r>
            <a:endParaRPr lang="en-US" sz="45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BB6F5-0778-46E8-2913-A69B6A90A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724B7D2-A251-698B-4DC7-A27688EC2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5" t="8309" r="4961" b="8310"/>
          <a:stretch>
            <a:fillRect/>
          </a:stretch>
        </p:blipFill>
        <p:spPr>
          <a:xfrm>
            <a:off x="1600200" y="372207"/>
            <a:ext cx="15087600" cy="954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03672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250E4-41A4-DCCF-F170-4CB5EED5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8B6A73-F529-A6A1-F26E-A05249D40A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D3E3847-4C49-36A7-EEEF-48C7182AFF8D}"/>
              </a:ext>
            </a:extLst>
          </p:cNvPr>
          <p:cNvSpPr/>
          <p:nvPr/>
        </p:nvSpPr>
        <p:spPr>
          <a:xfrm>
            <a:off x="989579" y="1844185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A1C96C-28D0-2A1C-C280-E6D1DDE20F8E}"/>
              </a:ext>
            </a:extLst>
          </p:cNvPr>
          <p:cNvSpPr txBox="1"/>
          <p:nvPr/>
        </p:nvSpPr>
        <p:spPr>
          <a:xfrm>
            <a:off x="934374" y="2400300"/>
            <a:ext cx="152962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75" dirty="0">
                <a:solidFill>
                  <a:srgbClr val="FFFFFF"/>
                </a:solidFill>
                <a:latin typeface="Trebuchet MS"/>
                <a:cs typeface="Trebuchet MS"/>
              </a:rPr>
              <a:t>WAP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00" dirty="0">
                <a:solidFill>
                  <a:srgbClr val="FFFFFF"/>
                </a:solidFill>
                <a:latin typeface="Trebuchet MS"/>
                <a:cs typeface="Trebuchet MS"/>
              </a:rPr>
              <a:t>find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90" dirty="0">
                <a:solidFill>
                  <a:srgbClr val="FFFFFF"/>
                </a:solidFill>
                <a:latin typeface="Trebuchet MS"/>
                <a:cs typeface="Trebuchet MS"/>
              </a:rPr>
              <a:t>greatest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90" dirty="0">
                <a:solidFill>
                  <a:srgbClr val="FFFFFF"/>
                </a:solidFill>
                <a:latin typeface="Trebuchet MS"/>
                <a:cs typeface="Trebuchet MS"/>
              </a:rPr>
              <a:t>numbers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5" dirty="0">
                <a:solidFill>
                  <a:srgbClr val="FFFFFF"/>
                </a:solidFill>
                <a:latin typeface="Trebuchet MS"/>
                <a:cs typeface="Trebuchet MS"/>
              </a:rPr>
              <a:t>entered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by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0" dirty="0">
                <a:solidFill>
                  <a:srgbClr val="FFFFFF"/>
                </a:solidFill>
                <a:latin typeface="Trebuchet MS"/>
                <a:cs typeface="Trebuchet MS"/>
              </a:rPr>
              <a:t>user.</a:t>
            </a:r>
            <a:endParaRPr lang="en-US" sz="4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212464598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30C63-7A12-1500-00AA-619382183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BD5405-F157-6F1A-B60F-76A89EE1A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3" t="6370" r="3654" b="6267"/>
          <a:stretch>
            <a:fillRect/>
          </a:stretch>
        </p:blipFill>
        <p:spPr>
          <a:xfrm>
            <a:off x="1828800" y="540203"/>
            <a:ext cx="15163800" cy="920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09038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8A763-C4B0-F9EC-C10E-79C7070D7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7365F3-07E3-71B5-F68B-084A190B25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350B4EC-0060-33E2-209F-1DDC250AB821}"/>
              </a:ext>
            </a:extLst>
          </p:cNvPr>
          <p:cNvSpPr/>
          <p:nvPr/>
        </p:nvSpPr>
        <p:spPr>
          <a:xfrm>
            <a:off x="989579" y="1844185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7B1DFD-523F-0791-7BF4-201C2D9D88F3}"/>
              </a:ext>
            </a:extLst>
          </p:cNvPr>
          <p:cNvSpPr txBox="1"/>
          <p:nvPr/>
        </p:nvSpPr>
        <p:spPr>
          <a:xfrm>
            <a:off x="934374" y="2400300"/>
            <a:ext cx="152962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75" dirty="0">
                <a:solidFill>
                  <a:srgbClr val="FFFFFF"/>
                </a:solidFill>
                <a:latin typeface="Trebuchet MS"/>
                <a:cs typeface="Trebuchet MS"/>
              </a:rPr>
              <a:t>WAP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0" dirty="0">
                <a:solidFill>
                  <a:srgbClr val="FFFFFF"/>
                </a:solidFill>
                <a:latin typeface="Trebuchet MS"/>
                <a:cs typeface="Trebuchet MS"/>
              </a:rPr>
              <a:t>check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00" dirty="0">
                <a:solidFill>
                  <a:srgbClr val="FFFFFF"/>
                </a:solidFill>
                <a:latin typeface="Trebuchet MS"/>
                <a:cs typeface="Trebuchet MS"/>
              </a:rPr>
              <a:t>if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9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35" dirty="0">
                <a:solidFill>
                  <a:srgbClr val="FFFFFF"/>
                </a:solidFill>
                <a:latin typeface="Trebuchet MS"/>
                <a:cs typeface="Trebuchet MS"/>
              </a:rPr>
              <a:t>number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9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multiple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dirty="0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65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70" dirty="0">
                <a:solidFill>
                  <a:srgbClr val="FFFFFF"/>
                </a:solidFill>
                <a:latin typeface="Trebuchet MS"/>
                <a:cs typeface="Trebuchet MS"/>
              </a:rPr>
              <a:t>not.</a:t>
            </a:r>
            <a:endParaRPr lang="en-US" sz="4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472477737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3D545-3403-CC9A-8662-92ADD835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BD1E1EA-4F26-3037-B340-57DA2BA53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5" t="5953" r="3365" b="7142"/>
          <a:stretch>
            <a:fillRect/>
          </a:stretch>
        </p:blipFill>
        <p:spPr>
          <a:xfrm>
            <a:off x="740079" y="1638300"/>
            <a:ext cx="16807842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40532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39C6B-9EAA-C483-1FA3-DD8CCB37B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B39751-FE66-E0AE-2B5F-7144F845CA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00D3AFE-E877-53EA-FD43-3087FBDE7815}"/>
              </a:ext>
            </a:extLst>
          </p:cNvPr>
          <p:cNvSpPr/>
          <p:nvPr/>
        </p:nvSpPr>
        <p:spPr>
          <a:xfrm>
            <a:off x="989579" y="1844185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F6A6E8-E439-5C92-B862-F29E7E386404}"/>
              </a:ext>
            </a:extLst>
          </p:cNvPr>
          <p:cNvSpPr txBox="1"/>
          <p:nvPr/>
        </p:nvSpPr>
        <p:spPr>
          <a:xfrm>
            <a:off x="934374" y="2400300"/>
            <a:ext cx="152962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75" dirty="0">
                <a:solidFill>
                  <a:srgbClr val="FFFFFF"/>
                </a:solidFill>
                <a:latin typeface="Trebuchet MS"/>
                <a:cs typeface="Trebuchet MS"/>
              </a:rPr>
              <a:t>WAP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0" dirty="0">
                <a:solidFill>
                  <a:srgbClr val="FFFFFF"/>
                </a:solidFill>
                <a:latin typeface="Trebuchet MS"/>
                <a:cs typeface="Trebuchet MS"/>
              </a:rPr>
              <a:t>to check Today is Holiday or Not</a:t>
            </a:r>
            <a:r>
              <a:rPr lang="en-US" sz="4400" spc="-70" dirty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lang="en-US" sz="4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713058570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135F3-BE42-3BF0-82F2-5A48527E3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EC38ED8-AC6F-17E8-3A55-B8CF49E4A9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" t="4074" r="4429" b="4074"/>
          <a:stretch>
            <a:fillRect/>
          </a:stretch>
        </p:blipFill>
        <p:spPr>
          <a:xfrm>
            <a:off x="4495800" y="61792"/>
            <a:ext cx="9753600" cy="1016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633302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C3F53-A4CC-7447-1E92-96F4E7FC1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870B7A-8353-47A7-76AE-FA153CDB47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60FA2E3-6758-5B95-BE98-76BDE0A092D5}"/>
              </a:ext>
            </a:extLst>
          </p:cNvPr>
          <p:cNvSpPr/>
          <p:nvPr/>
        </p:nvSpPr>
        <p:spPr>
          <a:xfrm>
            <a:off x="989579" y="1844185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D4E3C2-1347-4F1B-602F-8E497BC3BD70}"/>
              </a:ext>
            </a:extLst>
          </p:cNvPr>
          <p:cNvSpPr txBox="1"/>
          <p:nvPr/>
        </p:nvSpPr>
        <p:spPr>
          <a:xfrm>
            <a:off x="934374" y="2400300"/>
            <a:ext cx="1529622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75" dirty="0">
                <a:solidFill>
                  <a:srgbClr val="FFFFFF"/>
                </a:solidFill>
                <a:latin typeface="Trebuchet MS"/>
                <a:cs typeface="Trebuchet MS"/>
              </a:rPr>
              <a:t>WAP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0" dirty="0">
                <a:solidFill>
                  <a:srgbClr val="FFFFFF"/>
                </a:solidFill>
                <a:latin typeface="Trebuchet MS"/>
                <a:cs typeface="Trebuchet MS"/>
              </a:rPr>
              <a:t>check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the Result of the Student and also show the obtain Grade.</a:t>
            </a:r>
            <a:b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</a:br>
            <a:endParaRPr lang="en-US" sz="4400" dirty="0">
              <a:latin typeface="Trebuchet MS"/>
              <a:cs typeface="Trebuchet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210A0-E691-E33D-A02D-F82279E01924}"/>
              </a:ext>
            </a:extLst>
          </p:cNvPr>
          <p:cNvSpPr txBox="1"/>
          <p:nvPr/>
        </p:nvSpPr>
        <p:spPr>
          <a:xfrm>
            <a:off x="1447800" y="4152900"/>
            <a:ext cx="7239000" cy="5532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spc="-200" dirty="0">
                <a:solidFill>
                  <a:srgbClr val="FFFFFF"/>
                </a:solidFill>
                <a:latin typeface="Trebuchet MS"/>
                <a:cs typeface="Trebuchet MS"/>
              </a:rPr>
              <a:t>e.g.</a:t>
            </a:r>
            <a:br>
              <a:rPr lang="en-US" sz="4000" spc="-200" dirty="0">
                <a:solidFill>
                  <a:srgbClr val="FFFFFF"/>
                </a:solidFill>
                <a:latin typeface="Trebuchet MS"/>
                <a:cs typeface="Trebuchet MS"/>
              </a:rPr>
            </a:br>
            <a:endParaRPr lang="en-US" sz="40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lang="en-US" sz="4000" spc="-80" dirty="0">
                <a:solidFill>
                  <a:srgbClr val="FFFFFF"/>
                </a:solidFill>
                <a:latin typeface="Trebuchet MS"/>
                <a:cs typeface="Trebuchet MS"/>
              </a:rPr>
              <a:t>marks</a:t>
            </a:r>
            <a:r>
              <a:rPr lang="en-US" sz="40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290" dirty="0">
                <a:solidFill>
                  <a:srgbClr val="FFFFFF"/>
                </a:solidFill>
                <a:latin typeface="Trebuchet MS"/>
                <a:cs typeface="Trebuchet MS"/>
              </a:rPr>
              <a:t>&gt;=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25" dirty="0">
                <a:solidFill>
                  <a:srgbClr val="FFFFFF"/>
                </a:solidFill>
                <a:latin typeface="Trebuchet MS"/>
                <a:cs typeface="Trebuchet MS"/>
              </a:rPr>
              <a:t>90,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05" dirty="0">
                <a:solidFill>
                  <a:srgbClr val="FFFFFF"/>
                </a:solidFill>
                <a:latin typeface="Trebuchet MS"/>
                <a:cs typeface="Trebuchet MS"/>
              </a:rPr>
              <a:t>grade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420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310" dirty="0">
                <a:solidFill>
                  <a:srgbClr val="FFFFFF"/>
                </a:solidFill>
                <a:latin typeface="Trebuchet MS"/>
                <a:cs typeface="Trebuchet MS"/>
              </a:rPr>
              <a:t>“A”</a:t>
            </a:r>
            <a:endParaRPr lang="en-US" sz="4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lang="en-US" sz="40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Trebuchet MS"/>
                <a:cs typeface="Trebuchet MS"/>
              </a:rPr>
              <a:t>90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&gt;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80" dirty="0">
                <a:solidFill>
                  <a:srgbClr val="FFFFFF"/>
                </a:solidFill>
                <a:latin typeface="Trebuchet MS"/>
                <a:cs typeface="Trebuchet MS"/>
              </a:rPr>
              <a:t>marks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290" dirty="0">
                <a:solidFill>
                  <a:srgbClr val="FFFFFF"/>
                </a:solidFill>
                <a:latin typeface="Trebuchet MS"/>
                <a:cs typeface="Trebuchet MS"/>
              </a:rPr>
              <a:t>&gt;=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25" dirty="0">
                <a:solidFill>
                  <a:srgbClr val="FFFFFF"/>
                </a:solidFill>
                <a:latin typeface="Trebuchet MS"/>
                <a:cs typeface="Trebuchet MS"/>
              </a:rPr>
              <a:t>80,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05" dirty="0">
                <a:solidFill>
                  <a:srgbClr val="FFFFFF"/>
                </a:solidFill>
                <a:latin typeface="Trebuchet MS"/>
                <a:cs typeface="Trebuchet MS"/>
              </a:rPr>
              <a:t>grade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420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285" dirty="0">
                <a:solidFill>
                  <a:srgbClr val="FFFFFF"/>
                </a:solidFill>
                <a:latin typeface="Trebuchet MS"/>
                <a:cs typeface="Trebuchet MS"/>
              </a:rPr>
              <a:t>“B”</a:t>
            </a:r>
            <a:endParaRPr lang="en-US" sz="4000" dirty="0">
              <a:latin typeface="Trebuchet MS"/>
              <a:cs typeface="Trebuchet MS"/>
            </a:endParaRPr>
          </a:p>
          <a:p>
            <a:pPr marL="469900" marR="16510">
              <a:lnSpc>
                <a:spcPts val="9170"/>
              </a:lnSpc>
              <a:spcBef>
                <a:spcPts val="985"/>
              </a:spcBef>
            </a:pPr>
            <a:r>
              <a:rPr lang="en-US" sz="4000" dirty="0">
                <a:solidFill>
                  <a:srgbClr val="FFFFFF"/>
                </a:solidFill>
                <a:latin typeface="Trebuchet MS"/>
                <a:cs typeface="Trebuchet MS"/>
              </a:rPr>
              <a:t>80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&gt;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80" dirty="0">
                <a:solidFill>
                  <a:srgbClr val="FFFFFF"/>
                </a:solidFill>
                <a:latin typeface="Trebuchet MS"/>
                <a:cs typeface="Trebuchet MS"/>
              </a:rPr>
              <a:t>marks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290" dirty="0">
                <a:solidFill>
                  <a:srgbClr val="FFFFFF"/>
                </a:solidFill>
                <a:latin typeface="Trebuchet MS"/>
                <a:cs typeface="Trebuchet MS"/>
              </a:rPr>
              <a:t>&gt;=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25" dirty="0">
                <a:solidFill>
                  <a:srgbClr val="FFFFFF"/>
                </a:solidFill>
                <a:latin typeface="Trebuchet MS"/>
                <a:cs typeface="Trebuchet MS"/>
              </a:rPr>
              <a:t>70,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05" dirty="0">
                <a:solidFill>
                  <a:srgbClr val="FFFFFF"/>
                </a:solidFill>
                <a:latin typeface="Trebuchet MS"/>
                <a:cs typeface="Trebuchet MS"/>
              </a:rPr>
              <a:t>grade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420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350" dirty="0">
                <a:solidFill>
                  <a:srgbClr val="FFFFFF"/>
                </a:solidFill>
                <a:latin typeface="Trebuchet MS"/>
                <a:cs typeface="Trebuchet MS"/>
              </a:rPr>
              <a:t>“C” </a:t>
            </a:r>
            <a:r>
              <a:rPr lang="en-US" sz="4000" dirty="0">
                <a:solidFill>
                  <a:srgbClr val="FFFFFF"/>
                </a:solidFill>
                <a:latin typeface="Trebuchet MS"/>
                <a:cs typeface="Trebuchet MS"/>
              </a:rPr>
              <a:t>70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&gt;</a:t>
            </a:r>
            <a:r>
              <a:rPr lang="en-US" sz="40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40" dirty="0">
                <a:solidFill>
                  <a:srgbClr val="FFFFFF"/>
                </a:solidFill>
                <a:latin typeface="Trebuchet MS"/>
                <a:cs typeface="Trebuchet MS"/>
              </a:rPr>
              <a:t>marks,</a:t>
            </a:r>
            <a:r>
              <a:rPr lang="en-US" sz="40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05" dirty="0">
                <a:solidFill>
                  <a:srgbClr val="FFFFFF"/>
                </a:solidFill>
                <a:latin typeface="Trebuchet MS"/>
                <a:cs typeface="Trebuchet MS"/>
              </a:rPr>
              <a:t>grade</a:t>
            </a:r>
            <a:r>
              <a:rPr lang="en-US" sz="40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420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lang="en-US" sz="40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330" dirty="0">
                <a:solidFill>
                  <a:srgbClr val="FFFFFF"/>
                </a:solidFill>
                <a:latin typeface="Trebuchet MS"/>
                <a:cs typeface="Trebuchet MS"/>
              </a:rPr>
              <a:t>“D”</a:t>
            </a:r>
            <a:endParaRPr lang="en-US" sz="4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08776189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BBCC8-989F-1574-050C-FF3D83130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6455EE7-5081-8390-6164-EAFFBCF2C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7" t="3333" r="3533" b="3333"/>
          <a:stretch>
            <a:fillRect/>
          </a:stretch>
        </p:blipFill>
        <p:spPr>
          <a:xfrm>
            <a:off x="4536470" y="95250"/>
            <a:ext cx="9215059" cy="1009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56417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C31AC-A085-C73A-2ACD-28EBF39CB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6A2021-8A07-4AE3-0BA6-B7A2053C5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99" b="5199"/>
          <a:stretch/>
        </p:blipFill>
        <p:spPr>
          <a:xfrm>
            <a:off x="4536470" y="95250"/>
            <a:ext cx="9215059" cy="1009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21518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E7930-49A3-A479-1A02-DD68E0BBE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783AC0-30A5-8B95-E106-0EB757086833}"/>
              </a:ext>
            </a:extLst>
          </p:cNvPr>
          <p:cNvSpPr txBox="1"/>
          <p:nvPr/>
        </p:nvSpPr>
        <p:spPr>
          <a:xfrm>
            <a:off x="2095500" y="3696950"/>
            <a:ext cx="14097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accent6"/>
                </a:solidFill>
                <a:latin typeface="+mn-lt"/>
              </a:rPr>
              <a:t>Thank You So Much </a:t>
            </a:r>
          </a:p>
        </p:txBody>
      </p:sp>
    </p:spTree>
    <p:extLst>
      <p:ext uri="{BB962C8B-B14F-4D97-AF65-F5344CB8AC3E}">
        <p14:creationId xmlns:p14="http://schemas.microsoft.com/office/powerpoint/2010/main" val="3105618251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Words>187</Words>
  <Application>Microsoft Office PowerPoint</Application>
  <PresentationFormat>Custom</PresentationFormat>
  <Paragraphs>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Calibri</vt:lpstr>
      <vt:lpstr>Trebuchet MS</vt:lpstr>
      <vt:lpstr>Office Theme</vt:lpstr>
      <vt:lpstr>Lecture -3   Control Statement (if ,elif,else)</vt:lpstr>
      <vt:lpstr>Conditional Statements</vt:lpstr>
      <vt:lpstr>Let‘s Practice</vt:lpstr>
      <vt:lpstr>PowerPoint Presentation</vt:lpstr>
      <vt:lpstr>Let‘s Practice</vt:lpstr>
      <vt:lpstr>PowerPoint Presentation</vt:lpstr>
      <vt:lpstr>Let‘s Practice</vt:lpstr>
      <vt:lpstr>PowerPoint Presentation</vt:lpstr>
      <vt:lpstr>Let‘s Practice</vt:lpstr>
      <vt:lpstr>PowerPoint Presentation</vt:lpstr>
      <vt:lpstr>Let‘s Practice</vt:lpstr>
      <vt:lpstr>PowerPoint Presentation</vt:lpstr>
      <vt:lpstr>Let‘s Practice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Python2</dc:title>
  <dc:creator>Rahul Neha</dc:creator>
  <cp:keywords>DAF6soN5_zo,BAEHDsZUYOI</cp:keywords>
  <cp:lastModifiedBy>Sushil Shrestha</cp:lastModifiedBy>
  <cp:revision>8</cp:revision>
  <dcterms:created xsi:type="dcterms:W3CDTF">2025-07-28T02:32:17Z</dcterms:created>
  <dcterms:modified xsi:type="dcterms:W3CDTF">2026-07-13T14:37:33Z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2024-01-27T00:00:00Z</vt:filetime>
  </property>
  <property fmtid="{D5CDD505-2E9C-101B-9397-08002B2CF9AE}" pid="3" name="Creator">
    <vt:lpwstr>Canva</vt:lpwstr>
  </property>
  <property fmtid="{D5CDD505-2E9C-101B-9397-08002B2CF9AE}" pid="4" name="LastSaved">
    <vt:filetime>2025-07-28T00:00:00Z</vt:filetime>
  </property>
  <property fmtid="{D5CDD505-2E9C-101B-9397-08002B2CF9AE}" pid="5" name="Producer">
    <vt:lpwstr>Canva</vt:lpwstr>
  </property>
</Properties>
</file>