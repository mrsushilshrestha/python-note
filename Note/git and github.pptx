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82" r:id="rId3"/>
    <p:sldId id="283" r:id="rId4"/>
    <p:sldId id="284" r:id="rId5"/>
    <p:sldId id="281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6759871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240617"/>
            <a:ext cx="11720195" cy="660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733" y="1028700"/>
            <a:ext cx="14134534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Git and </a:t>
            </a:r>
            <a:br>
              <a:rPr lang="en-US" sz="7200" spc="-195" dirty="0"/>
            </a:br>
            <a:r>
              <a:rPr lang="en-US" sz="7200" spc="-195" dirty="0"/>
              <a:t>GitHub / GitLab</a:t>
            </a:r>
            <a:endParaRPr sz="7200" spc="-195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8BE51-A510-F3E0-156D-5CF3F8D44FEB}"/>
              </a:ext>
            </a:extLst>
          </p:cNvPr>
          <p:cNvSpPr txBox="1"/>
          <p:nvPr/>
        </p:nvSpPr>
        <p:spPr>
          <a:xfrm>
            <a:off x="12801600" y="9029700"/>
            <a:ext cx="5181600" cy="102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  <p:pic>
        <p:nvPicPr>
          <p:cNvPr id="3" name="Picture 2" descr="Funny Github Logo, HD Png Download - vhv">
            <a:extLst>
              <a:ext uri="{FF2B5EF4-FFF2-40B4-BE49-F238E27FC236}">
                <a16:creationId xmlns:a16="http://schemas.microsoft.com/office/drawing/2014/main" id="{284C2B78-FA8A-ED94-BE7A-02B471D5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432190"/>
            <a:ext cx="5943600" cy="582611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03D7-5924-A63B-CE30-D8C9E89A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it and Github - Andersen Lab Dry Guide">
            <a:extLst>
              <a:ext uri="{FF2B5EF4-FFF2-40B4-BE49-F238E27FC236}">
                <a16:creationId xmlns:a16="http://schemas.microsoft.com/office/drawing/2014/main" id="{883872C1-BAEC-4E9D-CD66-6B07B9A4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52500"/>
            <a:ext cx="16763999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8350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AF08-10A6-0AE7-A645-ADD07100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tHub - patsicko/basic-git-commands: This repo contains basic git commands  that can help a beginner to be familiar with git and github · GitHub">
            <a:extLst>
              <a:ext uri="{FF2B5EF4-FFF2-40B4-BE49-F238E27FC236}">
                <a16:creationId xmlns:a16="http://schemas.microsoft.com/office/drawing/2014/main" id="{D8BD5370-3C4F-9C39-7AE2-E7535391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448"/>
          <a:stretch>
            <a:fillRect/>
          </a:stretch>
        </p:blipFill>
        <p:spPr>
          <a:xfrm>
            <a:off x="1321111" y="1257300"/>
            <a:ext cx="15645777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7573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FEF6-B7A4-A0C1-F4D3-84219556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itHub - patsicko/basic-git-commands: This repo contains basic git commands  that can help a beginner to be familiar with git and github · GitHub">
            <a:extLst>
              <a:ext uri="{FF2B5EF4-FFF2-40B4-BE49-F238E27FC236}">
                <a16:creationId xmlns:a16="http://schemas.microsoft.com/office/drawing/2014/main" id="{1164C998-24A8-C347-28A5-E60B6C9E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5799"/>
            <a:ext cx="9753600" cy="979540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A220829-3C53-DFA0-CA40-833E66718F93}"/>
              </a:ext>
            </a:extLst>
          </p:cNvPr>
          <p:cNvGrpSpPr/>
          <p:nvPr/>
        </p:nvGrpSpPr>
        <p:grpSpPr>
          <a:xfrm>
            <a:off x="3657600" y="403424"/>
            <a:ext cx="11582400" cy="9480151"/>
            <a:chOff x="4724400" y="398199"/>
            <a:chExt cx="9753600" cy="8243316"/>
          </a:xfrm>
        </p:grpSpPr>
        <p:pic>
          <p:nvPicPr>
            <p:cNvPr id="4" name="Picture 3" descr="GitHub - patsicko/basic-git-commands: This repo contains basic git commands  that can help a beginner to be familiar with git and github · GitHub">
              <a:extLst>
                <a:ext uri="{FF2B5EF4-FFF2-40B4-BE49-F238E27FC236}">
                  <a16:creationId xmlns:a16="http://schemas.microsoft.com/office/drawing/2014/main" id="{D3A0F352-0ABB-D4E8-3711-31418EFB9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86562"/>
            <a:stretch>
              <a:fillRect/>
            </a:stretch>
          </p:blipFill>
          <p:spPr>
            <a:xfrm>
              <a:off x="4724400" y="398199"/>
              <a:ext cx="9753600" cy="1316301"/>
            </a:xfrm>
            <a:prstGeom prst="rect">
              <a:avLst/>
            </a:prstGeom>
          </p:spPr>
        </p:pic>
        <p:pic>
          <p:nvPicPr>
            <p:cNvPr id="6" name="Picture 5" descr="GitHub - patsicko/basic-git-commands: This repo contains basic git commands  that can help a beginner to be familiar with git and github · GitHub">
              <a:extLst>
                <a:ext uri="{FF2B5EF4-FFF2-40B4-BE49-F238E27FC236}">
                  <a16:creationId xmlns:a16="http://schemas.microsoft.com/office/drawing/2014/main" id="{8211E2A5-B974-4342-9D7F-9A399EB94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283"/>
            <a:stretch>
              <a:fillRect/>
            </a:stretch>
          </p:blipFill>
          <p:spPr>
            <a:xfrm>
              <a:off x="4724400" y="1714500"/>
              <a:ext cx="9753600" cy="6927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803806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7930-49A3-A479-1A02-DD68E0BB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83AC0-30A5-8B95-E106-0EB757086833}"/>
              </a:ext>
            </a:extLst>
          </p:cNvPr>
          <p:cNvSpPr txBox="1"/>
          <p:nvPr/>
        </p:nvSpPr>
        <p:spPr>
          <a:xfrm>
            <a:off x="2095500" y="3696950"/>
            <a:ext cx="1409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6"/>
                </a:solidFill>
                <a:latin typeface="+mn-lt"/>
              </a:rPr>
              <a:t>Thank You So Much </a:t>
            </a:r>
          </a:p>
        </p:txBody>
      </p:sp>
    </p:spTree>
    <p:extLst>
      <p:ext uri="{BB962C8B-B14F-4D97-AF65-F5344CB8AC3E}">
        <p14:creationId xmlns:p14="http://schemas.microsoft.com/office/powerpoint/2010/main" val="310561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12</Words>
  <Application>Microsoft Office PowerPoint</Application>
  <PresentationFormat>Custom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Trebuchet MS</vt:lpstr>
      <vt:lpstr>Office Theme</vt:lpstr>
      <vt:lpstr>Git and  GitHub / GitLab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Python2</dc:title>
  <dc:creator>Rahul Neha</dc:creator>
  <cp:keywords>DAF6soN5_zo,BAEHDsZUYOI</cp:keywords>
  <cp:lastModifiedBy>Sushil Shrestha</cp:lastModifiedBy>
  <cp:revision>11</cp:revision>
  <dcterms:created xsi:type="dcterms:W3CDTF">2025-07-28T02:32:17Z</dcterms:created>
  <dcterms:modified xsi:type="dcterms:W3CDTF">2026-07-20T18:05:09Z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2025-07-28T00:00:00Z</vt:filetime>
  </property>
  <property fmtid="{D5CDD505-2E9C-101B-9397-08002B2CF9AE}" pid="5" name="Producer">
    <vt:lpwstr>Canva</vt:lpwstr>
  </property>
</Properties>
</file>